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5303520"/>
            <a:ext cx="2651760" cy="265176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31520"/>
            <a:ext cx="4206240" cy="9144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31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 •  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school’s website,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welcome parents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mobile-friendly website with WhatsApp booking — delivered, hosted and supported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50,000  + domain (billed directly by the registrar)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B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Blossoms Web Studio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included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school needs to look professional online and start receiving enquiries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8470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public site, mobile responsive, fast loading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5237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playful design in your brand colours + your real photos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23697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2735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 that opens WhatsApp with details pre-filled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1520" y="3968496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95020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398678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+ Google Map + get-directions block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31520" y="4681728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81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470001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fees, gallery, parent testimonials, contact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520" y="539496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71600" y="53766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31920" y="54132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quiz, scroll effects, white-daisy corner accents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31520" y="6035040"/>
            <a:ext cx="10607040" cy="640080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0350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2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build fee. Your site is deployed on a live link and is yours to keep.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&amp; terms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108960" cy="68580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build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50,000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0" y="13716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development, testing, deploy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3108960" cy="68580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240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cost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0" y="22402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directly by the registrar (e.g. .in or .com)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3108960" cy="68580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1089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Included first year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3108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secure hosting on our platform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3108960" cy="68580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9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months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39776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resolved free for 3 months after launch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22960" y="4846320"/>
            <a:ext cx="3108960" cy="685800"/>
          </a:xfrm>
          <a:prstGeom prst="rect">
            <a:avLst/>
          </a:prstGeom>
          <a:solidFill>
            <a:srgbClr val="F3ED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46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4846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4–6 weeks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8463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content handover to live site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22960" y="5852160"/>
            <a:ext cx="10515600" cy="685800"/>
          </a:xfrm>
          <a:prstGeom prst="roundRect">
            <a:avLst>
              <a:gd name="adj" fmla="val 46667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8521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charge is not included in the Rs 50,000 — you pay the registrar directly, no markup.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47472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F2DBD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82880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8653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share your logo, photos and basic info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47472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F2DBD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82880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40680" y="18653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your site and confirm with you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47472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F2DBD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82880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89720" y="18653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0392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develop, test and fix anything broken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347472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F2DBD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38912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91640" y="4425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" y="5074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is deployed on a live link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80560" y="4114800"/>
            <a:ext cx="3474720" cy="21945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F2DBD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438912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40680" y="4425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54880" y="5074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of free issue resolution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 a smart start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Looks professional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online presence parents can trust before they visit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04288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258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Brings enquiries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243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booking means every visitor can reach you in one tap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36976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191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everywhere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5570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tablets, desktops — tested on a 360px mobile viewport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69664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239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and affordable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4897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fee, no surprises, live within weeks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102352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0566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 to grow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4223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upgrade to Tier 2 with add-ons whenever you need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188720"/>
            <a:ext cx="3108960" cy="31089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when you are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 Tier — Rs 50,000 + domain charge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your school’s website together.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90000 00000  |  hello@littleblossoms.in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2026-08-28T04:21:40Z</dcterms:created>
  <dcterms:modified xsi:type="dcterms:W3CDTF">2026-08-28T04:21:40Z</dcterms:modified>
</cp:coreProperties>
</file>