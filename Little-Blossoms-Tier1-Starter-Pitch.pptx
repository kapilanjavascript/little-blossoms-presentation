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-1097280"/>
            <a:ext cx="2743200" cy="2743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-1097280"/>
            <a:ext cx="2651760" cy="265176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31520"/>
            <a:ext cx="4206240" cy="91440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31520"/>
            <a:ext cx="4206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TIER 1  •  STARTER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10332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Your school’s website,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to welcome parents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416052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8D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mobile-friendly website with WhatsApp booking — plus the designs you need to start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5120640"/>
            <a:ext cx="9144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C5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 50,000  + domain (billed directly by the registrar)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1440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6B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 Blossoms Web Studio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What’s included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 school needs to look professional online and start receiving enquiries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731520" y="178308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371600" y="1764792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Website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931920" y="180136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public site, mobile responsive, fast loading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731520" y="2441448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4414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242316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31920" y="2459736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playful design in your brand colours + your real photos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731520" y="3099816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99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371600" y="3081528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WhatsApp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931920" y="311810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form that opens WhatsApp with details pre-filled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731520" y="3758184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581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371600" y="3739896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931920" y="377647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+ Google Map + get-directions block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731520" y="4416552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4165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371600" y="4398264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Pages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931920" y="44348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Programs, fees, gallery, parent testimonials, contact</a:t>
            </a:r>
            <a:endParaRPr lang="en-US" dirty="0"/>
          </a:p>
        </p:txBody>
      </p:sp>
      <p:sp>
        <p:nvSpPr>
          <p:cNvPr id="24" name="Shape 22"/>
          <p:cNvSpPr/>
          <p:nvPr/>
        </p:nvSpPr>
        <p:spPr>
          <a:xfrm>
            <a:off x="731520" y="507492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074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371600" y="5056632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Extras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931920" y="509320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quiz, scroll effects, white-daisy corner accents</a:t>
            </a: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731520" y="5989320"/>
            <a:ext cx="10607040" cy="640080"/>
          </a:xfrm>
          <a:prstGeom prst="roundRect">
            <a:avLst>
              <a:gd name="adj" fmla="val 50000"/>
            </a:avLst>
          </a:prstGeom>
          <a:solidFill>
            <a:srgbClr val="F3EDFB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8932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F2D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build fee. Your site is deployed on a live link and is yours to keep.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Designs &amp; everything needed to start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don’t just build the site — we give you the designs it needs and everything required to go live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189280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Additional designs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846320" y="193852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Logos, banners, icons, poster/brochure graphics, social-media creatives — designed for you in your brand style</a:t>
            </a: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8529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Photos &amp; content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289864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your photos or we guide you — we advise and prepare what the site needs</a:t>
            </a: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22960" y="384048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81304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 &amp; hosting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6320" y="385876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suggest and set up your domain (e.g. littleblossoms.in) and hosting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22960" y="4800600"/>
            <a:ext cx="457200" cy="457200"/>
          </a:xfrm>
          <a:prstGeom prst="oval">
            <a:avLst/>
          </a:prstGeom>
          <a:solidFill>
            <a:srgbClr val="2EC4B6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800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477316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 checklist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846320" y="4818888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photos, basic text, contact details, preferred domain — we walk you through it</a:t>
            </a: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822960" y="5989320"/>
            <a:ext cx="10515600" cy="640080"/>
          </a:xfrm>
          <a:prstGeom prst="roundRect">
            <a:avLst>
              <a:gd name="adj" fmla="val 50000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59893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promise: you hand us your school, we deliver a ready-to-use website with its complete visual kit.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Pricing &amp; terms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31089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28016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Website build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114800" y="12801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 50,000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7223760" y="128016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Design, development, testing, deploy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22960" y="2029968"/>
            <a:ext cx="31089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029968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Additional designs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114800" y="2029968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Included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223760" y="2029968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banners, icons, social graphics for the site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822960" y="2779776"/>
            <a:ext cx="31089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779776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Domain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114800" y="2779776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Actual cost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223760" y="2779776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directly by the registrar (e.g. .in or .com)</a:t>
            </a: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822960" y="3529584"/>
            <a:ext cx="31089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529584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Hosting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4114800" y="3529584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Included first year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223760" y="3529584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secure hosting on our platform</a:t>
            </a: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822960" y="4279392"/>
            <a:ext cx="31089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279392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114800" y="4279392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months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223760" y="4279392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resolved free for 3 months after launch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822960" y="5029200"/>
            <a:ext cx="3108960" cy="64008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029200"/>
            <a:ext cx="3108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Timeline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114800" y="502920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4–6 weeks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223760" y="502920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content handover to live site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822960" y="5852160"/>
            <a:ext cx="10515600" cy="685800"/>
          </a:xfrm>
          <a:prstGeom prst="roundRect">
            <a:avLst>
              <a:gd name="adj" fmla="val 46667"/>
            </a:avLst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58521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charge is not included in the Rs 50,000 — you pay the registrar directly, no markup.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happens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1520" y="1554480"/>
            <a:ext cx="3474720" cy="21945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F2DBD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182880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691640" y="186537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Kickoff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share your logo, photos and basic info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554480"/>
            <a:ext cx="3474720" cy="21945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F2DBD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54880" y="182880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40680" y="186537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54880" y="25146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design logos, banners and site visuals for you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554480"/>
            <a:ext cx="3474720" cy="21945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F2DBD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503920" y="182880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1828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189720" y="186537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 &amp; test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03920" y="25146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develop, test and fix anything broken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4114800"/>
            <a:ext cx="3474720" cy="21945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F2DBD">
                <a:alpha val="6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05840" y="438912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91640" y="442569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 live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005840" y="507492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site is deployed on a live link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480560" y="4114800"/>
            <a:ext cx="3474720" cy="21945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9050">
            <a:solidFill>
              <a:srgbClr val="6F2DBD">
                <a:alpha val="6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54880" y="4389120"/>
            <a:ext cx="548640" cy="54864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54880" y="4389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440680" y="442569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Support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4754880" y="507492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months of free issue resolution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6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Self-managed option (full control)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to run everything yourself? Choose the self-managed upgrade — available on Tier 1 as well</a:t>
            </a: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websites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0" y="18288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public site + one private user/admin site</a:t>
            </a: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7432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backend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14800" y="27432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admin store where you manage everything</a:t>
            </a: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6576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database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14800" y="36576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school data stored safely in one place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822960" y="4572000"/>
            <a:ext cx="3017520" cy="731520"/>
          </a:xfrm>
          <a:prstGeom prst="rect">
            <a:avLst/>
          </a:prstGeom>
          <a:solidFill>
            <a:srgbClr val="F3EDF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5720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2GB storage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457200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for photos, documents and uploads</a:t>
            </a: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822960" y="5577840"/>
            <a:ext cx="10515600" cy="822960"/>
          </a:xfrm>
          <a:prstGeom prst="roundRect">
            <a:avLst>
              <a:gd name="adj" fmla="val 44444"/>
            </a:avLst>
          </a:prstGeom>
          <a:solidFill>
            <a:srgbClr val="6F2DBD"/>
          </a:solidFill>
          <a:ln w="12700">
            <a:solidFill>
              <a:srgbClr val="6F2DB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577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Rs 1,80,000 – Rs 2,00,000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F2DB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is a smart start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371600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371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132588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Looks professional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1691640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polished online presence parents can trust before they visit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2304288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04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25856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Brings enquiries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2624328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WhatsApp-first booking means every visitor can reach you in one tap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236976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36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3191256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Designs included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3557016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Logos, banners and graphics you don’t have to commission separately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22960" y="4169664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6966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123944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 everywhere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63040" y="4489704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Phones, tablets, desktops — tested on a 360px mobile viewport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5102352"/>
            <a:ext cx="457200" cy="457200"/>
          </a:xfrm>
          <a:prstGeom prst="oval">
            <a:avLst/>
          </a:prstGeom>
          <a:solidFill>
            <a:srgbClr val="FFC53D"/>
          </a:solidFill>
          <a:ln w="12700">
            <a:solidFill>
              <a:srgbClr val="FFC5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5102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463040" y="5056632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2E2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Room to grow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422392"/>
            <a:ext cx="9875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25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to Tier 2 or the Self-managed option whenever you need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A1D8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188720"/>
            <a:ext cx="3108960" cy="3108960"/>
          </a:xfrm>
          <a:prstGeom prst="ellipse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 when you are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C5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Starter Tier — Rs 50,000 + domain  |  Self-managed — Rs 1.8–2.0L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C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Let’s plan your school’s website together.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6B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+91 90000 00000  |  hello@littleblossoms.in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2026-08-28T04:34:43Z</dcterms:created>
  <dcterms:modified xsi:type="dcterms:W3CDTF">2026-08-28T04:34:43Z</dcterms:modified>
</cp:coreProperties>
</file>