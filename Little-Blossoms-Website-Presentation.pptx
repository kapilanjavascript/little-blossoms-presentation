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D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097280"/>
            <a:ext cx="2743200" cy="2743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332720" y="5212080"/>
            <a:ext cx="2743200" cy="274320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731520"/>
            <a:ext cx="4937760" cy="914400"/>
          </a:xfrm>
          <a:prstGeom prst="roundRect">
            <a:avLst>
              <a:gd name="adj" fmla="val 50000"/>
            </a:avLst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73152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LITTLE BLOSSOMS • WEBSITE • 2026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103327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 today.</a:t>
            </a:r>
            <a:endParaRPr lang="en-US" sz="52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Blossom tomorrow.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914400" y="411480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E8D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warm, colourful playschool website for little ones from 8 months to 6 years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14400" y="475488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C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with real photos, WhatsApp-first booking, an age quiz, and a garden of playful details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6035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Blossoms Play School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Our website today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12344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single-page site that feels like the school: warm, playful and easy for parents</a:t>
            </a:r>
            <a:endParaRPr lang="en-US" dirty="0"/>
          </a:p>
        </p:txBody>
      </p:sp>
      <p:pic>
        <p:nvPicPr>
          <p:cNvPr id="4" name="Image 0" descr="img/our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548640"/>
            <a:ext cx="3566160" cy="576072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6F2DBD">
                <a:alpha val="2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731520" y="1828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makes it special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731520" y="2377440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1520" y="2377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235915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WhatsApp-first booking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371600" y="265176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enquiries land in one WhatsApp chat with details pre-filled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731520" y="3035808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31520" y="30358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371600" y="30175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 quiz → auto-fill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371600" y="331012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answer 2 questions; the form pre-fills program + age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731520" y="3694176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31520" y="36941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71600" y="3675888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 photos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371600" y="396849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playschool photos across hero, About, day cards and gallery</a:t>
            </a: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731520" y="4352544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352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371600" y="4334256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scroll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371600" y="462686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progress, spinning corner flowers, gentle reveals</a:t>
            </a: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731520" y="5010912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1520" y="50109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371600" y="4992624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Address + Google Map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371600" y="528523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Find-us bubble with directions link below the form</a:t>
            </a:r>
            <a:endParaRPr lang="en-US" dirty="0"/>
          </a:p>
        </p:txBody>
      </p:sp>
      <p:sp>
        <p:nvSpPr>
          <p:cNvPr id="26" name="Shape 23"/>
          <p:cNvSpPr/>
          <p:nvPr/>
        </p:nvSpPr>
        <p:spPr>
          <a:xfrm>
            <a:off x="731520" y="5669280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1520" y="5669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371600" y="565099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Fully responsive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1371600" y="59436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on a 360px mobile viewport — clean on every screen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D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1 — roughout.in (agency demo)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78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playful, modular, rounded landing page in the same spirit as ours</a:t>
            </a:r>
            <a:endParaRPr lang="en-US" dirty="0"/>
          </a:p>
        </p:txBody>
      </p:sp>
      <p:pic>
        <p:nvPicPr>
          <p:cNvPr id="4" name="Image 0" descr="img/ref-roughou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4206240" cy="484632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6F2DBD">
                <a:alpha val="2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30352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borrow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303520" y="2194560"/>
            <a:ext cx="292608" cy="292608"/>
          </a:xfrm>
          <a:prstGeom prst="oval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213969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friendly headline inside a bold rounded card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303520" y="2926080"/>
            <a:ext cx="292608" cy="292608"/>
          </a:xfrm>
          <a:prstGeom prst="oval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87121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icons to explain trust points simply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303520" y="3657600"/>
            <a:ext cx="292608" cy="292608"/>
          </a:xfrm>
          <a:prstGeom prst="oval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360273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age-selector personalises the journey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303520" y="4389120"/>
            <a:ext cx="292608" cy="292608"/>
          </a:xfrm>
          <a:prstGeom prst="oval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433425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cream + lavender + sunny yellow palette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303520" y="5120640"/>
            <a:ext cx="292608" cy="292608"/>
          </a:xfrm>
          <a:prstGeom prst="oval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506577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flower / organic shapes for charm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2 — ZENZ (fashion / editorial)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78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minimalist, editorial look built on white space and strong photography</a:t>
            </a:r>
            <a:endParaRPr lang="en-US" dirty="0"/>
          </a:p>
        </p:txBody>
      </p:sp>
      <p:pic>
        <p:nvPicPr>
          <p:cNvPr id="4" name="Image 0" descr="img/ref-zen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4206240" cy="484632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6F2DBD">
                <a:alpha val="2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30352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borrow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303520" y="2194560"/>
            <a:ext cx="292608" cy="292608"/>
          </a:xfrm>
          <a:prstGeom prst="oval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213969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Generous white space — let content breathe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303520" y="2926080"/>
            <a:ext cx="292608" cy="292608"/>
          </a:xfrm>
          <a:prstGeom prst="oval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87121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High-quality real photos carry the page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303520" y="3657600"/>
            <a:ext cx="292608" cy="292608"/>
          </a:xfrm>
          <a:prstGeom prst="oval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360273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Asymmetric, editorial image placement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303520" y="4389120"/>
            <a:ext cx="292608" cy="292608"/>
          </a:xfrm>
          <a:prstGeom prst="oval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433425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confident accent against a neutral base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303520" y="5120640"/>
            <a:ext cx="292608" cy="292608"/>
          </a:xfrm>
          <a:prstGeom prst="oval">
            <a:avLst/>
          </a:prstGeom>
          <a:solidFill>
            <a:srgbClr val="6F2DBD"/>
          </a:solidFill>
          <a:ln w="12700">
            <a:solidFill>
              <a:srgbClr val="6F2DB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506577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Craft markers that build trust step-by-step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 3 — Boutique Hotel (hospitality)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31520" y="10789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Full-bleed atmosphere + a conversion bar that is always in reach</a:t>
            </a:r>
            <a:endParaRPr lang="en-US" dirty="0"/>
          </a:p>
        </p:txBody>
      </p:sp>
      <p:pic>
        <p:nvPicPr>
          <p:cNvPr id="4" name="Image 0" descr="img/ref-boutiq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645920"/>
            <a:ext cx="4206240" cy="4846320"/>
          </a:xfrm>
          <a:prstGeom prst="rect">
            <a:avLst/>
          </a:prstGeom>
          <a:effectLst>
            <a:outerShdw sx="100000" sy="100000" kx="0" ky="0" algn="bl" rotWithShape="0" blurRad="101600" dist="38100" dir="2700000">
              <a:srgbClr val="6F2DBD">
                <a:alpha val="25000"/>
              </a:srgbClr>
            </a:outerShdw>
          </a:effectLst>
        </p:spPr>
      </p:pic>
      <p:sp>
        <p:nvSpPr>
          <p:cNvPr id="5" name="Text 2"/>
          <p:cNvSpPr/>
          <p:nvPr/>
        </p:nvSpPr>
        <p:spPr>
          <a:xfrm>
            <a:off x="5303520" y="16459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to borrow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303520" y="2194560"/>
            <a:ext cx="292608" cy="292608"/>
          </a:xfrm>
          <a:prstGeom prst="oval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760720" y="213969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Immersive full-bleed hero sets the mood</a:t>
            </a: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303520" y="2926080"/>
            <a:ext cx="292608" cy="292608"/>
          </a:xfrm>
          <a:prstGeom prst="oval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760720" y="287121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sticky booking bar keeps the key action visible</a:t>
            </a:r>
            <a:endParaRPr lang="en-US" dirty="0"/>
          </a:p>
        </p:txBody>
      </p:sp>
      <p:sp>
        <p:nvSpPr>
          <p:cNvPr id="10" name="Shape 7"/>
          <p:cNvSpPr/>
          <p:nvPr/>
        </p:nvSpPr>
        <p:spPr>
          <a:xfrm>
            <a:off x="5303520" y="3657600"/>
            <a:ext cx="292608" cy="292608"/>
          </a:xfrm>
          <a:prstGeom prst="oval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760720" y="360273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Elegant serif + calm nature palette</a:t>
            </a: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5303520" y="4389120"/>
            <a:ext cx="292608" cy="292608"/>
          </a:xfrm>
          <a:prstGeom prst="oval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60720" y="433425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Alternate big images with clean info blocks</a:t>
            </a: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5303520" y="5120640"/>
            <a:ext cx="292608" cy="292608"/>
          </a:xfrm>
          <a:prstGeom prst="oval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60720" y="5065776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stylised map / journey graphic to guide visitors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6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parent’s journey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554480"/>
            <a:ext cx="338328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E4D9C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5840" y="1828800"/>
            <a:ext cx="548640" cy="54864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691640" y="18470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Discover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4688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a playful hero, see real kids and the outdoor playground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434840" y="1554480"/>
            <a:ext cx="338328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E4D9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09160" y="1828800"/>
            <a:ext cx="548640" cy="54864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0916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94960" y="18470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Match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709160" y="24688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 quick questions — the quiz recommends the right program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8138160" y="1554480"/>
            <a:ext cx="3383280" cy="2103120"/>
          </a:xfrm>
          <a:prstGeom prst="roundRect">
            <a:avLst>
              <a:gd name="adj" fmla="val 13043"/>
            </a:avLst>
          </a:prstGeom>
          <a:solidFill>
            <a:srgbClr val="F3EDFB"/>
          </a:solidFill>
          <a:ln w="19050">
            <a:solidFill>
              <a:srgbClr val="6F2DB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0" y="1828800"/>
            <a:ext cx="548640" cy="54864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9098280" y="18470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412480" y="246888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Book a visit — program and age are already filled in</a:t>
            </a: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731520" y="4023360"/>
            <a:ext cx="338328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E4D9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05840" y="4297680"/>
            <a:ext cx="548640" cy="54864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0584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691640" y="43159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Connect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49377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name, phone, centre and consent — one tap opens WhatsApp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434840" y="4023360"/>
            <a:ext cx="338328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9050">
            <a:solidFill>
              <a:srgbClr val="E4D9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4297680"/>
            <a:ext cx="548640" cy="54864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94960" y="43159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Visit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709160" y="493776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address and map, then get directions — done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Design system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Brand palette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1371600" cy="822960"/>
          </a:xfrm>
          <a:prstGeom prst="rect">
            <a:avLst/>
          </a:prstGeom>
          <a:solidFill>
            <a:srgbClr val="6F2DBD"/>
          </a:solidFill>
          <a:ln w="12700">
            <a:solidFill>
              <a:srgbClr val="E4D9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Grape — primary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331720" y="1645920"/>
            <a:ext cx="1371600" cy="822960"/>
          </a:xfrm>
          <a:prstGeom prst="rect">
            <a:avLst/>
          </a:prstGeom>
          <a:solidFill>
            <a:srgbClr val="FFC53D"/>
          </a:solidFill>
          <a:ln w="12700">
            <a:solidFill>
              <a:srgbClr val="E4D9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— accent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1645920"/>
            <a:ext cx="1371600" cy="822960"/>
          </a:xfrm>
          <a:prstGeom prst="rect">
            <a:avLst/>
          </a:prstGeom>
          <a:solidFill>
            <a:srgbClr val="2EC4B6"/>
          </a:solidFill>
          <a:ln w="12700">
            <a:solidFill>
              <a:srgbClr val="E4D9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25146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Aqua — pop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371600" cy="822960"/>
          </a:xfrm>
          <a:prstGeom prst="rect">
            <a:avLst/>
          </a:prstGeom>
          <a:solidFill>
            <a:srgbClr val="4C9A56"/>
          </a:solidFill>
          <a:ln w="12700">
            <a:solidFill>
              <a:srgbClr val="E4D9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 — pop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31720" y="2926080"/>
            <a:ext cx="1371600" cy="822960"/>
          </a:xfrm>
          <a:prstGeom prst="rect">
            <a:avLst/>
          </a:prstGeom>
          <a:solidFill>
            <a:srgbClr val="FFF6E0"/>
          </a:solidFill>
          <a:ln w="12700">
            <a:solidFill>
              <a:srgbClr val="E4D9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Cream — ground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931920" y="2926080"/>
            <a:ext cx="1371600" cy="822960"/>
          </a:xfrm>
          <a:prstGeom prst="rect">
            <a:avLst/>
          </a:prstGeom>
          <a:solidFill>
            <a:srgbClr val="3A2E29"/>
          </a:solidFill>
          <a:ln w="12700">
            <a:solidFill>
              <a:srgbClr val="E4D9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31920" y="3794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Ink — text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Typography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572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Quicksand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31520" y="5212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 rounded display for headlines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31520" y="55778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F2D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Outfit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31520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legible body for parent-facing text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669280" y="10972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F2DB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Motifs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0" y="1645920"/>
            <a:ext cx="274320" cy="27432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1591056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 daisy with a sunny centre — in the corners, spinning gently on scroll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5669280" y="2651760"/>
            <a:ext cx="274320" cy="27432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2596896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cards, pill buttons and soft cloud-like shapes</a:t>
            </a:r>
            <a:endParaRPr lang="en-US" dirty="0"/>
          </a:p>
        </p:txBody>
      </p:sp>
      <p:sp>
        <p:nvSpPr>
          <p:cNvPr id="26" name="Shape 24"/>
          <p:cNvSpPr/>
          <p:nvPr/>
        </p:nvSpPr>
        <p:spPr>
          <a:xfrm>
            <a:off x="5669280" y="3657600"/>
            <a:ext cx="274320" cy="27432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602736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Flower-divider language replaced by clean rounded sections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5669280" y="4663440"/>
            <a:ext cx="274320" cy="27432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26480" y="4608576"/>
            <a:ext cx="4937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725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 framed with a cream border, like polaroids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1D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design works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463040" y="13258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Trust first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69164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photos + honest fees + concrete ratios (4:1, 7:1) answer parent worries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331720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63040" y="22860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Zero-friction enquiries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65176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is the inbox: pre-filled details, one tap to send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22960" y="3291840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463040" y="32461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Parents finish fast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61188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quiz pre-fills the form, so booking takes seconds, not retyping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4251960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51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4206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Looks alive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457200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 progress, spinning flowers and reveals keep the scroll delightful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22960" y="5212080"/>
            <a:ext cx="457200" cy="457200"/>
          </a:xfrm>
          <a:prstGeom prst="oval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212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63040" y="516636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Mobile-perfect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5532120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9C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on a 360px viewport — no overlaps, no horizontal scroll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F2DB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it lives &amp; what’s next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2011680" cy="502920"/>
          </a:xfrm>
          <a:prstGeom prst="roundRect">
            <a:avLst>
              <a:gd name="adj" fmla="val 54545"/>
            </a:avLst>
          </a:prstGeom>
          <a:solidFill>
            <a:srgbClr val="FFC53D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now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108960" y="13898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little-blossoms.higgsfield.app — the main site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22960" y="2286000"/>
            <a:ext cx="2011680" cy="502920"/>
          </a:xfrm>
          <a:prstGeom prst="roundRect">
            <a:avLst>
              <a:gd name="adj" fmla="val 54545"/>
            </a:avLst>
          </a:prstGeom>
          <a:solidFill>
            <a:srgbClr val="FFC5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now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108960" y="23042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repository — deployed and version-controlled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2011680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004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32186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domain — littleblossoms.in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4114800"/>
            <a:ext cx="2011680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1148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108960" y="41330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content: real address, fees and WhatsApp number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5029200"/>
            <a:ext cx="2011680" cy="502920"/>
          </a:xfrm>
          <a:prstGeom prst="roundRect">
            <a:avLst>
              <a:gd name="adj" fmla="val 5454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292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A2E2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Next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108960" y="504748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D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cover video for the feed card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A1D8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291840" cy="329184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5120640"/>
            <a:ext cx="3108960" cy="310896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201168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C53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Play today. Blossom tomorrow.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49377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C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Blossoms Play School — 12 Blossom Lane, Green Park, Bengaluru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B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+91 90000 00000  |  hello@littleblossoms.in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2026-08-27T18:31:06Z</dcterms:created>
  <dcterms:modified xsi:type="dcterms:W3CDTF">2026-08-27T18:31:06Z</dcterms:modified>
</cp:coreProperties>
</file>