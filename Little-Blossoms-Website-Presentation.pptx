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2743200" cy="2743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5212080"/>
            <a:ext cx="2743200" cy="2743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31520"/>
            <a:ext cx="4937760" cy="914400"/>
          </a:xfrm>
          <a:prstGeom prst="roundRect">
            <a:avLst>
              <a:gd name="adj" fmla="val 50000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3152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LITTLE BLOSSOMS • WEBSITE • 2026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 today.</a:t>
            </a:r>
            <a:endParaRPr lang="en-US" sz="5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Blossom tomorrow.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colourful playschool website for little ones from 8 months to 6 years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47548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with real photos, WhatsApp-first booking, an age quiz, and a garden of playful details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Blossoms Play School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website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single-page site that feels like the school: warm, playful and easy for parents</a:t>
            </a:r>
            <a:endParaRPr lang="en-US" dirty="0"/>
          </a:p>
        </p:txBody>
      </p:sp>
      <p:pic>
        <p:nvPicPr>
          <p:cNvPr id="4" name="Image 0" descr="img/our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548640"/>
            <a:ext cx="3566160" cy="576072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6F2DBD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731520" y="1828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makes it special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237744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2359152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WhatsApp-first booking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371600" y="26517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enquiries land in one WhatsApp chat with details pre-filled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731520" y="3035808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035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71600" y="3017520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 quiz → auto-fill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371600" y="331012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answer 2 questions; the form pre-fills program + age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731520" y="3694176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36941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71600" y="367588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photos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371600" y="3968496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playschool photos across hero, About, day cards and gallery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731520" y="4352544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4352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371600" y="4334256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scroll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progress, spinning corner flowers, gentle reveals</a:t>
            </a: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731520" y="5010912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5010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371600" y="4992624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Address + Google Map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371600" y="5285232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Find-us bubble with directions link below the form</a:t>
            </a: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731520" y="566928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" y="5669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1371600" y="5650992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Fully responsive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371600" y="59436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a 360px mobile viewport — clean on every screen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1 — roughout.in (agency demo)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789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playful, modular, rounded landing page in the same spirit as ours</a:t>
            </a:r>
            <a:endParaRPr lang="en-US" dirty="0"/>
          </a:p>
        </p:txBody>
      </p:sp>
      <p:pic>
        <p:nvPicPr>
          <p:cNvPr id="4" name="Image 0" descr="img/ref-rough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4206240" cy="484632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6F2DBD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303520" y="1645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borrow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303520" y="219456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213969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friendly headline inside a bold rounded card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303520" y="292608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60720" y="287121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icons to explain trust points simply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5303520" y="365760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360273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age-selector personalises the journey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5303520" y="438912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0" y="433425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cream + lavender + sunny yellow palette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303520" y="512064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506577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flower / organic shapes for charm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2 — ZENZ (fashion / editorial)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789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minimalist, editorial look built on white space and strong photography</a:t>
            </a:r>
            <a:endParaRPr lang="en-US" dirty="0"/>
          </a:p>
        </p:txBody>
      </p:sp>
      <p:pic>
        <p:nvPicPr>
          <p:cNvPr id="4" name="Image 0" descr="img/ref-z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4206240" cy="484632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6F2DBD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303520" y="1645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borrow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303520" y="219456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213969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Generous white space — let content breathe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303520" y="292608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60720" y="287121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High-quality real photos carry the page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5303520" y="365760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360273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Asymmetric, editorial image placement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5303520" y="438912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0" y="433425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accent against a neutral base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303520" y="5120640"/>
            <a:ext cx="292608" cy="292608"/>
          </a:xfrm>
          <a:prstGeom prst="oval">
            <a:avLst/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506577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markers that build trust step-by-step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3 — Boutique Hotel (hospitality)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789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Full-bleed atmosphere + a conversion bar that is always in reach</a:t>
            </a:r>
            <a:endParaRPr lang="en-US" dirty="0"/>
          </a:p>
        </p:txBody>
      </p:sp>
      <p:pic>
        <p:nvPicPr>
          <p:cNvPr id="4" name="Image 0" descr="img/ref-bout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4206240" cy="484632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6F2DBD">
                <a:alpha val="2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303520" y="1645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to borrow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303520" y="2194560"/>
            <a:ext cx="292608" cy="29260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213969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Immersive full-bleed hero sets the mood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303520" y="2926080"/>
            <a:ext cx="292608" cy="29260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60720" y="287121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sticky booking bar keeps the key action visible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5303520" y="3657600"/>
            <a:ext cx="292608" cy="29260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360273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Elegant serif + calm nature palette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5303520" y="4389120"/>
            <a:ext cx="292608" cy="29260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0" y="433425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big images with clean info blocks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303520" y="5120640"/>
            <a:ext cx="292608" cy="292608"/>
          </a:xfrm>
          <a:prstGeom prst="oval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506577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stylised map / journey graphic to guide visitors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parent’s journey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338328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E4D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182880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91640" y="184708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4688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a playful hero, see real kids and the outdoor playground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434840" y="1554480"/>
            <a:ext cx="338328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E4D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82880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94960" y="184708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09160" y="24688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 quick questions — the quiz recommends the right program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383280" cy="2103120"/>
          </a:xfrm>
          <a:prstGeom prst="roundRect">
            <a:avLst>
              <a:gd name="adj" fmla="val 13043"/>
            </a:avLst>
          </a:prstGeom>
          <a:solidFill>
            <a:srgbClr val="F3EDFB"/>
          </a:solidFill>
          <a:ln w="19050">
            <a:solidFill>
              <a:srgbClr val="6F2D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82880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098280" y="184708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4688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Book a visit — program and age are already filled in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731520" y="4023360"/>
            <a:ext cx="338328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E4D9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29768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91640" y="431596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05840" y="493776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name, phone, centre and consent — one tap opens WhatsApp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434840" y="4023360"/>
            <a:ext cx="338328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E4D9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09160" y="429768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94960" y="431596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09160" y="493776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address and map, then get directions — done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system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Brand palette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371600" cy="822960"/>
          </a:xfrm>
          <a:prstGeom prst="rect">
            <a:avLst/>
          </a:prstGeom>
          <a:solidFill>
            <a:srgbClr val="6F2DBD"/>
          </a:solidFill>
          <a:ln w="12700">
            <a:solidFill>
              <a:srgbClr val="E4D9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14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Grape — primary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1645920"/>
            <a:ext cx="1371600" cy="822960"/>
          </a:xfrm>
          <a:prstGeom prst="rect">
            <a:avLst/>
          </a:prstGeom>
          <a:solidFill>
            <a:srgbClr val="FFC53D"/>
          </a:solidFill>
          <a:ln w="12700">
            <a:solidFill>
              <a:srgbClr val="E4D9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31720" y="2514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— accent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31920" y="1645920"/>
            <a:ext cx="1371600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E4D9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0" y="2514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 — pop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371600" cy="822960"/>
          </a:xfrm>
          <a:prstGeom prst="rect">
            <a:avLst/>
          </a:prstGeom>
          <a:solidFill>
            <a:srgbClr val="4C9A56"/>
          </a:solidFill>
          <a:ln w="12700">
            <a:solidFill>
              <a:srgbClr val="E4D9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94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— pop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2926080"/>
            <a:ext cx="1371600" cy="822960"/>
          </a:xfrm>
          <a:prstGeom prst="rect">
            <a:avLst/>
          </a:prstGeom>
          <a:solidFill>
            <a:srgbClr val="FFF6E0"/>
          </a:solidFill>
          <a:ln w="12700">
            <a:solidFill>
              <a:srgbClr val="E4D9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3794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 — ground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931920" y="2926080"/>
            <a:ext cx="1371600" cy="822960"/>
          </a:xfrm>
          <a:prstGeom prst="rect">
            <a:avLst/>
          </a:prstGeom>
          <a:solidFill>
            <a:srgbClr val="3A2E29"/>
          </a:solidFill>
          <a:ln w="12700">
            <a:solidFill>
              <a:srgbClr val="E4D9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0" y="3794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 — text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114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Typography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45720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Quicksand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1520" y="5212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rounded display for headlines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31520" y="5577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F2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legible body for parent-facing text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669280" y="10972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Motifs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0" y="1645920"/>
            <a:ext cx="274320" cy="27432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1591056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daisy with a sunny centre — in the corners, spinning gently on scroll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5669280" y="2651760"/>
            <a:ext cx="274320" cy="27432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2596896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cards, pill buttons and soft cloud-like shapes</a:t>
            </a: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5669280" y="3657600"/>
            <a:ext cx="274320" cy="27432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0" y="3602736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Flower-divider language replaced by clean rounded sections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5669280" y="4663440"/>
            <a:ext cx="274320" cy="27432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4608576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framed with a cream border, like polaroids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design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first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169164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photos + honest fees + concrete ratios (4:1, 7:1) answer parent worries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Zero-friction enquiries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65176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is the inbox: pre-filled details, one tap to send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246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Parents finish fast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quiz pre-fills the form, so booking takes seconds, not retyping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425196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206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Looks alive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progress, spinning flowers and reveals keep the scroll delightful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3040" y="5166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Mobile-perfect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55321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on a 360px viewport — no overlaps, no horizontal scroll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F2D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it lives &amp; what’s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011680" cy="502920"/>
          </a:xfrm>
          <a:prstGeom prst="roundRect">
            <a:avLst>
              <a:gd name="adj" fmla="val 54545"/>
            </a:avLst>
          </a:prstGeom>
          <a:solidFill>
            <a:srgbClr val="FFC53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now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0" y="13898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github.com/KapilanJavaScript/little-blossoms-website (dedicated, fresh)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2011680" cy="502920"/>
          </a:xfrm>
          <a:prstGeom prst="roundRect">
            <a:avLst>
              <a:gd name="adj" fmla="val 54545"/>
            </a:avLst>
          </a:prstGeom>
          <a:solidFill>
            <a:srgbClr val="FFC5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now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0" y="23042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Pages: kapilanjavascript.github.io/little-blossoms-site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2011680" cy="502920"/>
          </a:xfrm>
          <a:prstGeom prst="roundRect">
            <a:avLst>
              <a:gd name="adj" fmla="val 5454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004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186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domain — littleblossoms.in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114800"/>
            <a:ext cx="2011680" cy="502920"/>
          </a:xfrm>
          <a:prstGeom prst="roundRect">
            <a:avLst>
              <a:gd name="adj" fmla="val 54545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1148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08960" y="41330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content: real address, fees and WhatsApp number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2011680" cy="502920"/>
          </a:xfrm>
          <a:prstGeom prst="roundRect">
            <a:avLst>
              <a:gd name="adj" fmla="val 54545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0292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0" y="504748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cover video for the feed card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291840" cy="329184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5120640"/>
            <a:ext cx="3108960" cy="31089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C5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 today. Blossom tomorrow.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Blossoms Play School — 12 Blossom Lane, Green Park, Bengaluru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+91 90000 00000  |  kapilanjavascript.github.io/little-blossoms-site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2026-08-27T18:17:20Z</dcterms:created>
  <dcterms:modified xsi:type="dcterms:W3CDTF">2026-08-27T18:17:20Z</dcterms:modified>
</cp:coreProperties>
</file>