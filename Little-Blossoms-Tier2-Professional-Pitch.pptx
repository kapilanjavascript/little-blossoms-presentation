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530352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31520"/>
            <a:ext cx="4206240" cy="9144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31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 •  PROFESSIONAL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digital presence,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for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domain + server + 2 months free support, with optional add-ons that make your school run smoother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80,000  — full package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B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Blossoms Web Studio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included in Rs 80,000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Tier 1, plus the things that make a website actually work for the school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7647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801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+ development, mobile responsive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47802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resolved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functional problems fixed before handover — working from day one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" y="3209544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19125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months free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2278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adjustments and support for the first 2 months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1520" y="3922776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9044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394106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domain (e.g. littleblossoms.in) — set up for you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31520" y="4636008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46177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465429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arranged and configured — handled for you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520" y="534924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71600" y="533095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Extras from Tier 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536752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booking, map, quiz, gallery, testimonies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31520" y="6035040"/>
            <a:ext cx="10607040" cy="640080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0350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2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worry-free site: fixed, hosted, domain-ready and free to adjust for 2 months.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add-ons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website grow with your school — add what you need, when you need it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12080" cy="2011680"/>
          </a:xfrm>
          <a:prstGeom prst="roundRect">
            <a:avLst>
              <a:gd name="adj" fmla="val 11364"/>
            </a:avLst>
          </a:prstGeom>
          <a:solidFill>
            <a:srgbClr val="F3EDFB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monthly campaign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i="1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management (setup + running)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2011680"/>
          </a:xfrm>
          <a:prstGeom prst="roundRect">
            <a:avLst>
              <a:gd name="adj" fmla="val 11364"/>
            </a:avLst>
          </a:prstGeom>
          <a:solidFill>
            <a:srgbClr val="F3EDFB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automation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Auto-replies, follow-ups, broadcasts to parents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9224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i="1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Systematised communication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5212080" cy="2011680"/>
          </a:xfrm>
          <a:prstGeom prst="roundRect">
            <a:avLst>
              <a:gd name="adj" fmla="val 11364"/>
            </a:avLst>
          </a:prstGeom>
          <a:solidFill>
            <a:srgbClr val="F3EDFB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97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Admission portal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800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 + enquiry tracking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584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i="1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admissions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212080" cy="2011680"/>
          </a:xfrm>
          <a:prstGeom prst="roundRect">
            <a:avLst>
              <a:gd name="adj" fmla="val 11364"/>
            </a:avLst>
          </a:prstGeom>
          <a:solidFill>
            <a:srgbClr val="F3EDFB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97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database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4800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staff, attendance base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9224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i="1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organised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31520" y="5852160"/>
            <a:ext cx="10698480" cy="64008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pricing is simple and low: every add-on is Rs 1,000 or below per month.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service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site fresh while you run the school — we handle the updates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11480" cy="411480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swaps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photos, fees, programs, notices and offers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411480" cy="411480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 updates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Admission-open banners, events, celebrations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411480" cy="411480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&amp; page edits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Reword sections, add news, update timings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411480" cy="411480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fixes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broken or outdated gets corrected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698480" cy="822960"/>
          </a:xfrm>
          <a:prstGeom prst="roundRect">
            <a:avLst>
              <a:gd name="adj" fmla="val 44444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1,000 or below per month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update requests within the plan — content refreshes handled every month.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Self-managed option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schools that want to upload and maintain their own content — full control, no dependency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017520" cy="73152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websites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site + one private user/admin site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store where you manage everything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3017520" cy="73152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57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school data stored safely in one place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3017520" cy="73152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72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2GB storage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4572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for photos, documents and uploads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22960" y="5577840"/>
            <a:ext cx="10515600" cy="822960"/>
          </a:xfrm>
          <a:prstGeom prst="roundRect">
            <a:avLst>
              <a:gd name="adj" fmla="val 44444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1,80,000 – Rs 2,00,000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vs Tier 2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937760" cy="64008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• Starter — Rs 50,000 + domain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371600"/>
            <a:ext cx="4937760" cy="640080"/>
          </a:xfrm>
          <a:prstGeom prst="rect">
            <a:avLst/>
          </a:prstGeom>
          <a:solidFill>
            <a:srgbClr val="6F2DBD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1371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• Professional — Rs 80,000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WhatsApp + map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 before handover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0" y="2834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B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0" y="2834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free support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0" y="3474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B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0" y="3474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server handled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0" y="4114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B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0" y="4114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(Ads, automation, portal, DB)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0" y="4754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B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0" y="4754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content service Rs 1,000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0" y="5394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B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0" y="5394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1520" y="6035040"/>
            <a:ext cx="10698480" cy="54864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autonomy? Choose the Self-managed option (Rs 1.8–2.0L) with 2 sites + backend +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188720"/>
            <a:ext cx="3108960" cy="31089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with confidence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Tier — Rs 80,000  |  Self-managed — Rs 1.8–2.0L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right package for your school.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90000 00000  |  hello@littleblossoms.in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2026-08-28T04:21:40Z</dcterms:created>
  <dcterms:modified xsi:type="dcterms:W3CDTF">2026-08-28T04:21:40Z</dcterms:modified>
</cp:coreProperties>
</file>