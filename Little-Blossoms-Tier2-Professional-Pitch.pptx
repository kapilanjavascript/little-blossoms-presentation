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1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097280"/>
            <a:ext cx="2743200" cy="2743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5303520"/>
            <a:ext cx="2651760" cy="265176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731520"/>
            <a:ext cx="4206240" cy="914400"/>
          </a:xfrm>
          <a:prstGeom prst="roundRect">
            <a:avLst>
              <a:gd name="adj" fmla="val 50000"/>
            </a:avLst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73152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2  •  PROFESSIONAL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10332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complete digital presence,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managed for you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4114800"/>
            <a:ext cx="9875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D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domain + server + 2 months free support, with optional add-ons that make your school run smoother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029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5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Rs 80,000  — full package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Blossoms Web Studio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6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What’s included in Rs 80,000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Tier 1, plus the things that make a website actually work for the school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764792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Website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06240" y="18013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design + development, mobile responsive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731520" y="2496312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963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47802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 resolved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06240" y="25146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functional problems fixed before handover — working from day one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731520" y="3209544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095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191256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months free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06240" y="322783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adjustments and support for the first 2 months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731520" y="3922776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9227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390448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Domain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06240" y="3941064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domain (e.g. littleblossoms.in) — set up for you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731520" y="4636008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636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71600" y="461772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206240" y="4654296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arranged and configured — handled for you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731520" y="5349240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349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371600" y="5330952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Extras from Tier 1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206240" y="536752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booking, map, quiz, gallery, testimonies</a:t>
            </a: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731520" y="6035040"/>
            <a:ext cx="10607040" cy="640080"/>
          </a:xfrm>
          <a:prstGeom prst="roundRect">
            <a:avLst>
              <a:gd name="adj" fmla="val 50000"/>
            </a:avLst>
          </a:prstGeom>
          <a:solidFill>
            <a:srgbClr val="F3EDFB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60350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F2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working, worry-free site: fixed, hosted, domain-ready and free to adjust for 2 months.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Designs &amp; everything needed to start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don’t just build the site — we give you the designs it needs and everything required to go live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457200" cy="457200"/>
          </a:xfrm>
          <a:prstGeom prst="oval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189280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Additional designs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846320" y="1938528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Logos, banners, icons, poster/brochure graphics, social-media creatives — designed for you in your brand style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822960" y="2880360"/>
            <a:ext cx="457200" cy="457200"/>
          </a:xfrm>
          <a:prstGeom prst="oval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285292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 &amp; content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46320" y="2898648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your photos or we guide you — we advise and prepare what the site needs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22960" y="3840480"/>
            <a:ext cx="457200" cy="457200"/>
          </a:xfrm>
          <a:prstGeom prst="oval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63040" y="38130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Domain &amp; server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46320" y="3858768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set up and configure your domain and server — handled for you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822960" y="4800600"/>
            <a:ext cx="457200" cy="457200"/>
          </a:xfrm>
          <a:prstGeom prst="oval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800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63040" y="47731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 checklist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46320" y="4818888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photos, basic text, contact details, preferred domain — we walk you through it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822960" y="5989320"/>
            <a:ext cx="10515600" cy="640080"/>
          </a:xfrm>
          <a:prstGeom prst="roundRect">
            <a:avLst>
              <a:gd name="adj" fmla="val 50000"/>
            </a:avLst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promise: you hand us your school, we deliver a ready-to-use website with its complete visual kit.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Optional add-ons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your website grow with your school — add what you need, when you need it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12080" cy="2011680"/>
          </a:xfrm>
          <a:prstGeom prst="roundRect">
            <a:avLst>
              <a:gd name="adj" fmla="val 11364"/>
            </a:avLst>
          </a:prstGeom>
          <a:solidFill>
            <a:srgbClr val="F3EDFB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0116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 Ads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251460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monthly campaign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05840" y="31546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i="1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management (setup + running)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212080" cy="2011680"/>
          </a:xfrm>
          <a:prstGeom prst="roundRect">
            <a:avLst>
              <a:gd name="adj" fmla="val 11364"/>
            </a:avLst>
          </a:prstGeom>
          <a:solidFill>
            <a:srgbClr val="F3EDFB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20116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WhatsApp automation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92240" y="251460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Auto-replies, follow-ups, broadcasts to parents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92240" y="31546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i="1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Systematised communication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731520" y="4069080"/>
            <a:ext cx="5212080" cy="2011680"/>
          </a:xfrm>
          <a:prstGeom prst="roundRect">
            <a:avLst>
              <a:gd name="adj" fmla="val 11364"/>
            </a:avLst>
          </a:prstGeom>
          <a:solidFill>
            <a:srgbClr val="F3EDFB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2976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 portal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05840" y="480060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application + enquiry tracking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05840" y="54406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i="1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admissions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17920" y="4069080"/>
            <a:ext cx="5212080" cy="2011680"/>
          </a:xfrm>
          <a:prstGeom prst="roundRect">
            <a:avLst>
              <a:gd name="adj" fmla="val 11364"/>
            </a:avLst>
          </a:prstGeom>
          <a:solidFill>
            <a:srgbClr val="F3EDFB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2976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School database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92240" y="480060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records, staff, attendance base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92240" y="54406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i="1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organised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731520" y="5852160"/>
            <a:ext cx="10698480" cy="640080"/>
          </a:xfrm>
          <a:prstGeom prst="roundRect">
            <a:avLst>
              <a:gd name="adj" fmla="val 50000"/>
            </a:avLst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 pricing is simple and low: every add-on is Rs 1,000 or below per month.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6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Monthly service plan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site fresh while you run the school — we handle the updates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411480" cy="411480"/>
          </a:xfrm>
          <a:prstGeom prst="oval">
            <a:avLst/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1783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Content swaps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0" y="182880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photos, fees, programs, notices and offers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731520" y="2606040"/>
            <a:ext cx="411480" cy="411480"/>
          </a:xfrm>
          <a:prstGeom prst="oval">
            <a:avLst/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560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Seasonal updates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0" y="260604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Admission-open banners, events, celebrations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1520" y="3383280"/>
            <a:ext cx="411480" cy="411480"/>
          </a:xfrm>
          <a:prstGeom prst="oval">
            <a:avLst/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 &amp; page edits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338328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Reword sections, add news, update timings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731520" y="4160520"/>
            <a:ext cx="411480" cy="411480"/>
          </a:xfrm>
          <a:prstGeom prst="oval">
            <a:avLst/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4114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 fixes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0" y="416052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broken or outdated gets corrected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731520" y="5120640"/>
            <a:ext cx="10698480" cy="822960"/>
          </a:xfrm>
          <a:prstGeom prst="roundRect">
            <a:avLst>
              <a:gd name="adj" fmla="val 44444"/>
            </a:avLst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Rs 1,000 or below per month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update requests within the plan — content refreshes handled every month.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Self-managed option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schools that want to upload and maintain their own content — full control, no dependency. Available on both Tier 1 and Tier 2.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017520" cy="731520"/>
          </a:xfrm>
          <a:prstGeom prst="rect">
            <a:avLst/>
          </a:prstGeom>
          <a:solidFill>
            <a:srgbClr val="F3ED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websites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114800" y="18288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public site + one private user/admin site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3017520" cy="731520"/>
          </a:xfrm>
          <a:prstGeom prst="rect">
            <a:avLst/>
          </a:prstGeom>
          <a:solidFill>
            <a:srgbClr val="F3EDF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7432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backend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admin store where you manage everything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3017520" cy="731520"/>
          </a:xfrm>
          <a:prstGeom prst="rect">
            <a:avLst/>
          </a:prstGeom>
          <a:solidFill>
            <a:srgbClr val="F3EDF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6576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database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14800" y="36576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school data stored safely in one place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822960" y="4572000"/>
            <a:ext cx="3017520" cy="731520"/>
          </a:xfrm>
          <a:prstGeom prst="rect">
            <a:avLst/>
          </a:prstGeom>
          <a:solidFill>
            <a:srgbClr val="F3EDF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720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2GB storage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14800" y="45720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for photos, documents and uploads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822960" y="5577840"/>
            <a:ext cx="10515600" cy="822960"/>
          </a:xfrm>
          <a:prstGeom prst="roundRect">
            <a:avLst>
              <a:gd name="adj" fmla="val 44444"/>
            </a:avLst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577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Rs 1,80,000 – Rs 2,00,000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6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1 vs Tier 2 at a glance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4937760" cy="640080"/>
          </a:xfrm>
          <a:prstGeom prst="rect">
            <a:avLst/>
          </a:prstGeom>
          <a:solidFill>
            <a:srgbClr val="F3EDFB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1 • Starter — Rs 50,000 + domain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1371600"/>
            <a:ext cx="4937760" cy="640080"/>
          </a:xfrm>
          <a:prstGeom prst="rect">
            <a:avLst/>
          </a:prstGeom>
          <a:solidFill>
            <a:srgbClr val="6F2DBD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0" y="13716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2 • Professional — Rs 80,000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1945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2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WhatsApp + map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943600" y="2194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C9A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972800" y="2194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C9A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28346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2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resolved before handover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943600" y="2834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B8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972800" y="2834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C9A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34747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2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 free support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943600" y="34747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B8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0" y="34747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C9A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2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&amp; server handled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943600" y="4114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B8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972800" y="4114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C9A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4754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2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Add-ons (Ads, automation, portal, DB)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943600" y="47548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B8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972800" y="47548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C9A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53949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2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content service Rs 1,000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943600" y="53949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B8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–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972800" y="53949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C9A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31520" y="603504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autonomy? Choose the Self-managed option (Rs 1.8–2.0L) with 2 sites + backend + database.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A1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188720"/>
            <a:ext cx="3108960" cy="310896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 with confidence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FC5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Professional Tier — Rs 80,000  |  Self-managed — Rs 1.8–2.0L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plan the right package for your school.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+91 90000 00000  |  hello@littleblossoms.in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2026-08-28T04:34:44Z</dcterms:created>
  <dcterms:modified xsi:type="dcterms:W3CDTF">2026-08-28T04:34:44Z</dcterms:modified>
</cp:coreProperties>
</file>